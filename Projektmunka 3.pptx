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632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96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73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082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23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272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639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61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807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9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8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12/5/2021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642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14C34-F582-4EEF-86CE-F88761E52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587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587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26AEAC-C1EF-42B4-B61C-CDE09F97A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-1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319A1DD-F557-4EC6-8A8C-F7617B4CD6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18982"/>
            <a:ext cx="7537704" cy="2462668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F6AD785-CD93-45BA-BAC2-1468D97DB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5791" y="3331444"/>
            <a:ext cx="6470692" cy="1229306"/>
          </a:xfrm>
        </p:spPr>
        <p:txBody>
          <a:bodyPr>
            <a:normAutofit/>
          </a:bodyPr>
          <a:lstStyle/>
          <a:p>
            <a:r>
              <a:rPr lang="hu-HU" sz="5400" dirty="0">
                <a:solidFill>
                  <a:schemeClr val="tx1"/>
                </a:solidFill>
              </a:rPr>
              <a:t>Projektmunka 3	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851AD44-F72B-49CA-944D-0AC4C6379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5791" y="4735799"/>
            <a:ext cx="6470693" cy="605256"/>
          </a:xfrm>
        </p:spPr>
        <p:txBody>
          <a:bodyPr>
            <a:normAutofit/>
          </a:bodyPr>
          <a:lstStyle/>
          <a:p>
            <a:r>
              <a:rPr lang="hu-HU" dirty="0"/>
              <a:t>Munkácsi Zoltán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2429" y="4641183"/>
            <a:ext cx="6309360" cy="0"/>
          </a:xfrm>
          <a:prstGeom prst="line">
            <a:avLst/>
          </a:prstGeom>
          <a:ln w="19050">
            <a:solidFill>
              <a:schemeClr val="accent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!!footer rectangle">
            <a:extLst>
              <a:ext uri="{FF2B5EF4-FFF2-40B4-BE49-F238E27FC236}">
                <a16:creationId xmlns:a16="http://schemas.microsoft.com/office/drawing/2014/main" id="{C390A367-0330-4E03-9D5F-40308A797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53497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A8F231-F241-48C5-8250-FEC7AA9EC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Batch alapú feldolgozás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C54648B5-070E-4B14-A420-15B04FA2E6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80" y="2624825"/>
            <a:ext cx="10168400" cy="3300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16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61A46FA-9E95-4561-8D14-B4E7C0169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Batch alapú feldolgozás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9057E52D-088E-4154-84FD-BBD1C6F51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031"/>
            <a:ext cx="11506027" cy="4434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D4C5981E-A98E-418A-8510-8389ED2EA4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630" y="3336522"/>
            <a:ext cx="4035370" cy="30442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32060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43A1EB9-C598-4BF1-B7A1-CF4157266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Stream</a:t>
            </a:r>
            <a:r>
              <a:rPr lang="hu-HU" dirty="0"/>
              <a:t> alapú feldolgozás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231DCE-774D-431C-8BF0-AF07BA867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944A4E4F-4383-469E-956E-1073DEA8D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031" y="2008505"/>
            <a:ext cx="11337937" cy="4228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8540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090902B-27E9-4F2F-8597-A0F35A83B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Stream</a:t>
            </a:r>
            <a:r>
              <a:rPr lang="hu-HU" dirty="0"/>
              <a:t> alapú feldolgozás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1A9FBA-D21A-4314-9C99-46C2D4A88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56ECAA64-ED47-4146-8D1C-B49FE83A1E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893838"/>
            <a:ext cx="10263994" cy="55576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1170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552408C-6080-45C6-91D4-8EA0B223A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XML feldolgozás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369FECB7-8EDC-460A-B9CD-66336D6CF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160" y="1943468"/>
            <a:ext cx="11349486" cy="46279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2085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72572C-C5BA-4456-AF1C-251FFECCB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XML feldolgozás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932F1E9A-F869-4763-AF20-F2C37A8875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19103"/>
            <a:ext cx="8166672" cy="3561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35AA6156-E9A0-4EE0-A747-DBA6F0E88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1724" y="3282462"/>
            <a:ext cx="6570951" cy="31667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60856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DarkSeedLeftStep">
      <a:dk1>
        <a:srgbClr val="000000"/>
      </a:dk1>
      <a:lt1>
        <a:srgbClr val="FFFFFF"/>
      </a:lt1>
      <a:dk2>
        <a:srgbClr val="1B2F30"/>
      </a:dk2>
      <a:lt2>
        <a:srgbClr val="F0F1F3"/>
      </a:lt2>
      <a:accent1>
        <a:srgbClr val="B89E48"/>
      </a:accent1>
      <a:accent2>
        <a:srgbClr val="B1653B"/>
      </a:accent2>
      <a:accent3>
        <a:srgbClr val="C34D54"/>
      </a:accent3>
      <a:accent4>
        <a:srgbClr val="B13B73"/>
      </a:accent4>
      <a:accent5>
        <a:srgbClr val="C34DB7"/>
      </a:accent5>
      <a:accent6>
        <a:srgbClr val="8D3BB1"/>
      </a:accent6>
      <a:hlink>
        <a:srgbClr val="C1459F"/>
      </a:hlink>
      <a:folHlink>
        <a:srgbClr val="7F7F7F"/>
      </a:folHlink>
    </a:clrScheme>
    <a:fontScheme name="Retrospect">
      <a:majorFont>
        <a:latin typeface="Bembo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 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</Words>
  <Application>Microsoft Office PowerPoint</Application>
  <PresentationFormat>Szélesvásznú</PresentationFormat>
  <Paragraphs>8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1" baseType="lpstr">
      <vt:lpstr>Arial Nova Light</vt:lpstr>
      <vt:lpstr>Bembo</vt:lpstr>
      <vt:lpstr>Calibri</vt:lpstr>
      <vt:lpstr>RetrospectVTI</vt:lpstr>
      <vt:lpstr>Projektmunka 3 </vt:lpstr>
      <vt:lpstr>Batch alapú feldolgozás</vt:lpstr>
      <vt:lpstr>Batch alapú feldolgozás</vt:lpstr>
      <vt:lpstr>Stream alapú feldolgozás</vt:lpstr>
      <vt:lpstr>Stream alapú feldolgozás</vt:lpstr>
      <vt:lpstr>XML feldolgozás</vt:lpstr>
      <vt:lpstr>XML feldolgozás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Projektmunka 3 </dc:title>
  <dc:creator>Zoltán Munkácsi</dc:creator>
  <cp:lastModifiedBy>Zoltán Munkácsi</cp:lastModifiedBy>
  <cp:revision>8</cp:revision>
  <dcterms:created xsi:type="dcterms:W3CDTF">2021-12-05T18:32:44Z</dcterms:created>
  <dcterms:modified xsi:type="dcterms:W3CDTF">2021-12-05T18:41:59Z</dcterms:modified>
</cp:coreProperties>
</file>